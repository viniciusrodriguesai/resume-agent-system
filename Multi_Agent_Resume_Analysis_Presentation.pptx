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1052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Final Project • Agent-Based Programming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05840"/>
            <a:ext cx="1417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FINAL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6263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Multi-agent system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resume and job analysis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13232" y="3063240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A Python implementation that divides the analysis among specialized agents: resume, job, matching, recommendation, and review.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543800" y="1234440"/>
            <a:ext cx="1600200" cy="713232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Resume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46920" y="1234440"/>
            <a:ext cx="1371600" cy="713232"/>
          </a:xfrm>
          <a:prstGeom prst="rect">
            <a:avLst/>
          </a:prstGeom>
          <a:solidFill>
            <a:srgbClr val="F5F3FF"/>
          </a:solidFill>
          <a:ln w="1524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Job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62288" y="1591056"/>
            <a:ext cx="420624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183880" y="2743200"/>
            <a:ext cx="2103120" cy="960120"/>
          </a:xfrm>
          <a:prstGeom prst="rect">
            <a:avLst/>
          </a:prstGeom>
          <a:solidFill>
            <a:srgbClr val="ECFDF5"/>
          </a:solidFill>
          <a:ln w="1524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🤖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Cooperating agents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549640" y="1993392"/>
            <a:ext cx="320040" cy="704088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149840" y="1993392"/>
            <a:ext cx="-502920" cy="704088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726680" y="4572000"/>
            <a:ext cx="3063240" cy="841248"/>
          </a:xfrm>
          <a:prstGeom prst="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Compatibility + recommendations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235440" y="3730752"/>
            <a:ext cx="0" cy="749808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Resumes and job descriptions contain scattered information; manual analysis is slow and subjective.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Before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2468880" cy="914400"/>
          </a:xfrm>
          <a:prstGeom prst="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Job description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with mixed requirements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2468880" cy="914400"/>
          </a:xfrm>
          <a:prstGeom prst="rect">
            <a:avLst/>
          </a:prstGeom>
          <a:solidFill>
            <a:srgbClr val="FFF7ED"/>
          </a:solidFill>
          <a:ln w="15240">
            <a:solidFill>
              <a:srgbClr val="EA580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Resume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with scattered experience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49040" y="205740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→ difficult to identify missing skills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→ risk of poorly targeted applications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→ limited explanation of the result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543800" y="1417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After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60920" y="1874520"/>
            <a:ext cx="2194560" cy="868680"/>
          </a:xfrm>
          <a:prstGeom prst="rect">
            <a:avLst/>
          </a:prstGeom>
          <a:solidFill>
            <a:srgbClr val="ECFDF5"/>
          </a:solidFill>
          <a:ln w="1524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Analysis divided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among agents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41080" y="3310128"/>
            <a:ext cx="2423160" cy="868680"/>
          </a:xfrm>
          <a:prstGeom prst="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Explained result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with next steps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12480" y="2770632"/>
            <a:ext cx="1143000" cy="475488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03720" y="1417320"/>
            <a:ext cx="0" cy="42062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idea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Each agent solves a small part and passes its result to the next agent.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68880" y="2331720"/>
            <a:ext cx="429768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709160" y="2331720"/>
            <a:ext cx="429768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949440" y="2331720"/>
            <a:ext cx="429768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89720" y="2331720"/>
            <a:ext cx="429768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1783080" cy="1024128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Resume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extracts skills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and experience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71800" y="1828800"/>
            <a:ext cx="1783080" cy="1024128"/>
          </a:xfrm>
          <a:prstGeom prst="rect">
            <a:avLst/>
          </a:prstGeom>
          <a:solidFill>
            <a:srgbClr val="F5F3FF"/>
          </a:solidFill>
          <a:ln w="1524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Job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classifies requirements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and preferences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1828800"/>
            <a:ext cx="1783080" cy="1024128"/>
          </a:xfrm>
          <a:prstGeom prst="rect">
            <a:avLst/>
          </a:prstGeom>
          <a:solidFill>
            <a:srgbClr val="ECFDF5"/>
          </a:solidFill>
          <a:ln w="1524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Matcher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calculates score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and skill gaps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52360" y="1828800"/>
            <a:ext cx="1783080" cy="1024128"/>
          </a:xfrm>
          <a:prstGeom prst="rect">
            <a:avLst/>
          </a:prstGeom>
          <a:solidFill>
            <a:srgbClr val="FFF7ED"/>
          </a:solidFill>
          <a:ln w="15240">
            <a:solidFill>
              <a:srgbClr val="EA580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Advisor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suggests practical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actions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92640" y="1828800"/>
            <a:ext cx="1783080" cy="1024128"/>
          </a:xfrm>
          <a:prstGeom prst="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Reviewer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consolidates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final response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4023360"/>
            <a:ext cx="987552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The main advantage is traceability: during the demonstration, each agent's result can be inspected and the decision path can be explained.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 simple sequential flow designed to demonstrate agent-based programming.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011680" y="1965960"/>
            <a:ext cx="1691640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011680" y="3840480"/>
            <a:ext cx="1691640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0" y="1965960"/>
            <a:ext cx="1234440" cy="886968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0" y="3840480"/>
            <a:ext cx="1234440" cy="-82296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732520" y="2926080"/>
            <a:ext cx="1005840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881360" y="2926080"/>
            <a:ext cx="411480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31520" y="1508760"/>
            <a:ext cx="1280160" cy="91440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Input: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Resume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1280160" cy="914400"/>
          </a:xfrm>
          <a:prstGeom prst="rect">
            <a:avLst/>
          </a:prstGeom>
          <a:solidFill>
            <a:srgbClr val="F5F3FF"/>
          </a:solidFill>
          <a:ln w="1524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Input: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Job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1508760"/>
            <a:ext cx="1737360" cy="91440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Resume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3383280"/>
            <a:ext cx="1737360" cy="914400"/>
          </a:xfrm>
          <a:prstGeom prst="rect">
            <a:avLst/>
          </a:prstGeom>
          <a:solidFill>
            <a:srgbClr val="F5F3FF"/>
          </a:solidFill>
          <a:ln w="1524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Job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Agent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12280" y="2450592"/>
            <a:ext cx="1828800" cy="960120"/>
          </a:xfrm>
          <a:prstGeom prst="rect">
            <a:avLst/>
          </a:prstGeom>
          <a:solidFill>
            <a:srgbClr val="ECFDF5"/>
          </a:solidFill>
          <a:ln w="1524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Matching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Agent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65792" y="2542032"/>
            <a:ext cx="1097280" cy="749808"/>
          </a:xfrm>
          <a:prstGeom prst="rect">
            <a:avLst/>
          </a:prstGeom>
          <a:solidFill>
            <a:srgbClr val="FFF7ED"/>
          </a:solidFill>
          <a:ln w="15240">
            <a:solidFill>
              <a:srgbClr val="EA580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Advisor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11128" y="2542032"/>
            <a:ext cx="731520" cy="749808"/>
          </a:xfrm>
          <a:prstGeom prst="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Reviewer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71800" y="5102352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Output: compatibility, matched skills, missing skills, and recommendations.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 Python project with a simple web interface for a classroom demonstration.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Technologies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234440" cy="530352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Python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31720" y="2148840"/>
            <a:ext cx="1508760" cy="530352"/>
          </a:xfrm>
          <a:prstGeom prst="rect">
            <a:avLst/>
          </a:prstGeom>
          <a:solidFill>
            <a:srgbClr val="ECFDF5"/>
          </a:solidFill>
          <a:ln w="1524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Streamlit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60520" y="2148840"/>
            <a:ext cx="1143000" cy="530352"/>
          </a:xfrm>
          <a:prstGeom prst="rect">
            <a:avLst/>
          </a:prstGeom>
          <a:solidFill>
            <a:srgbClr val="F5F3FF"/>
          </a:solidFill>
          <a:ln w="1524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pandas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96128" y="2148840"/>
            <a:ext cx="1481328" cy="530352"/>
          </a:xfrm>
          <a:prstGeom prst="rect">
            <a:avLst/>
          </a:prstGeom>
          <a:solidFill>
            <a:srgbClr val="FFF7ED"/>
          </a:solidFill>
          <a:ln w="15240">
            <a:solidFill>
              <a:srgbClr val="EA580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pdfplumber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Project structure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214884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pipeline.py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94760" y="388620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The code is organized so that each agent has a clear responsibility. This makes the project easier to explain and extend.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Demonstration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The application accepts pasted text or files and displays the complete agent execution trace.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737360" cy="91440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Paste resume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08960" y="1828800"/>
            <a:ext cx="1737360" cy="914400"/>
          </a:xfrm>
          <a:prstGeom prst="rect">
            <a:avLst/>
          </a:prstGeom>
          <a:solidFill>
            <a:srgbClr val="F5F3FF"/>
          </a:solidFill>
          <a:ln w="1524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Paste job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94960" y="1828800"/>
            <a:ext cx="1874520" cy="914400"/>
          </a:xfrm>
          <a:prstGeom prst="rect">
            <a:avLst/>
          </a:prstGeom>
          <a:solidFill>
            <a:srgbClr val="ECFDF5"/>
          </a:solidFill>
          <a:ln w="1524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Run agents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18120" y="1828800"/>
            <a:ext cx="1737360" cy="914400"/>
          </a:xfrm>
          <a:prstGeom prst="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Review result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87752" y="2286000"/>
            <a:ext cx="448056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73752" y="2286000"/>
            <a:ext cx="448056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296912" y="2286000"/>
            <a:ext cx="457200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051560" y="39776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During the presentation, use the files in the examples/ directory to avoid typing errors and show the complete result quickly.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result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The output combines a score, an explanation, and recommendations.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2286000" cy="2286000"/>
          </a:xfrm>
          <a:prstGeom prst="arc">
            <a:avLst/>
          </a:prstGeom>
          <a:solidFill>
            <a:srgbClr val="F0FDF4">
              <a:alpha val="80000"/>
            </a:srgbClr>
          </a:solidFill>
          <a:ln w="508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0432" y="22402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A34A"/>
                </a:solidFill>
              </a:rPr>
              <a:t>88%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23444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Sample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compatibility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86200" y="1691640"/>
            <a:ext cx="2743200" cy="914400"/>
          </a:xfrm>
          <a:prstGeom prst="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Matched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Python • SQL • Git • ML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0" y="1691640"/>
            <a:ext cx="2468880" cy="914400"/>
          </a:xfrm>
          <a:prstGeom prst="rect">
            <a:avLst/>
          </a:prstGeom>
          <a:solidFill>
            <a:srgbClr val="FFF7ED"/>
          </a:solidFill>
          <a:ln w="15240">
            <a:solidFill>
              <a:srgbClr val="EA580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Missing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API • AWS • Teamwork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3794760"/>
            <a:ext cx="5120640" cy="822960"/>
          </a:xfrm>
          <a:prstGeom prst="rect">
            <a:avLst/>
          </a:prstGeom>
          <a:solidFill>
            <a:srgbClr val="ECFDF5"/>
          </a:solidFill>
          <a:ln w="1524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Recommendation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Highlight projects and address key skill gaps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2148840"/>
            <a:ext cx="841248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903720" y="2670048"/>
            <a:ext cx="0" cy="1033272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The multi-agent architecture makes the system explainable and easy to extend.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2743200" cy="242316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Current delivery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• functional code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• Streamlit interface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• examples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• documentation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• slides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617720" y="1600200"/>
            <a:ext cx="2834640" cy="2423160"/>
          </a:xfrm>
          <a:prstGeom prst="rect">
            <a:avLst/>
          </a:prstGeom>
          <a:solidFill>
            <a:srgbClr val="FFF7ED"/>
          </a:solidFill>
          <a:ln w="15240">
            <a:solidFill>
              <a:srgbClr val="EA580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Limitations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• uses keywords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• depends on text quality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• does not replace human review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58200" y="1600200"/>
            <a:ext cx="2880360" cy="2423160"/>
          </a:xfrm>
          <a:prstGeom prst="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Next steps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• embeddings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• language model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• platform integration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• automatic resume tailoring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892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Final message: the system does not try to solve everything as a black box; it organizes the problem into specialized agents and shows the decision path.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UFPB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Resume Analysis System</dc:title>
  <dc:subject>Multi-agent system for resume and job analysis</dc:subject>
  <dc:creator>Final Project - Agent-Based Programming</dc:creator>
  <cp:lastModifiedBy>Final Project - Agent-Based Programming</cp:lastModifiedBy>
  <cp:revision>1</cp:revision>
  <dcterms:created xsi:type="dcterms:W3CDTF">2026-07-30T23:14:38Z</dcterms:created>
  <dcterms:modified xsi:type="dcterms:W3CDTF">2026-07-30T23:14:38Z</dcterms:modified>
</cp:coreProperties>
</file>